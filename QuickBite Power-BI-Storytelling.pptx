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>
        <p:scale>
          <a:sx n="100" d="100"/>
          <a:sy n="100" d="100"/>
        </p:scale>
        <p:origin x="0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5f91559-a0b8-4254-a245-56a338ac4b33}">
  <we:reference id="WA200003233" version="2.0.0.3" store="en-US" storeType="OMEX"/>
  <we:alternateReferences/>
  <we:properties>
    <we:property name="Microsoft.Office.CampaignId" value="&quot;none&quot;"/>
    <we:property name="reportUrl" value="&quot;/groups/me/reports/0afea1b8-fcdc-4db3-a7d1-0dbfec05ba5f/62746f2b59697e5b5ab0?bookmarkGuid=9dbda630-cd95-402b-94b9-8603168dcf08&amp;bookmarkUsage=1&amp;ctid=14ccd8fd-3772-4ade-ad1c-48faefc14510&amp;fromEntryPoint=export&amp;pbi_source=storytelling_addin&quot;"/>
    <we:property name="reportState" value="&quot;CONNECTED&quot;"/>
    <we:property name="artifactViewState" value="&quot;live&quot;"/>
    <we:property name="reportEmbeddedTime" value="&quot;2025-11-18T18:43:27.730Z&quot;"/>
    <we:property name="creatorSessionId" value="&quot;20e8d879-869f-4d1f-b384-ab73f19c851c&quot;"/>
    <we:property name="creatorUserId" value="&quot;1003200536F96AE4&quot;"/>
    <we:property name="creatorTenantId" value="&quot;14ccd8fd-3772-4ade-ad1c-48faefc14510&quot;"/>
    <we:property name="pageDisplayName" value="&quot;Overview&quot;"/>
    <we:property name="pageName" value="&quot;62746f2b59697e5b5ab0&quot;"/>
    <we:property name="reportName" value="&quot;QuickBite&quot;"/>
    <we:property name="isVisualContainerHeaderHidden" value="false"/>
    <we:property name="isFiltersActionButtonVisible" value="true"/>
    <we:property name="initialStateBookmark" value="&quot;H4sIAAAAAAAAA+1abVPbOBD+K4xnbvoldyP5TTbfaOBmbtoCBYb70GE6a2kd1DpWTrYpHJP/fuuXBAhJEzoJhGs/YUvr1bPPvmilcOsoXYwyuDmEITq7zltjvg7Bft3hTs/Ju7Gjo3cf9k7efT7c+3BAw2ZUapMXzu6tU4IdYHmuiwqyWgMNfrroOZBlxzCo31LICuw5I7SFySHT/2IrTFOlrXDcc/B6lBkLtcrTEkqs1V6ROL3T2vwPj1YEWeorPEVZtqNJKHnixsqLwPcDD9NUSRIrWoEG2VyRWnWzfN/kJeiclqnHBI+FDFPXlZGEOEp94Yp6vND5IOsA3317djOqWSkugf4SG8kXWrbWMx6TOREPFTCIMRJhGkHsCe4t1TUisg7hSg+gNPaxztBF4CL03NhFwVEpxoKlOvWQlD7Wxbgfk72p6/MkdqVP7Pj1t6nOyo6O5ObgemTJk+TfVlef/DIwVktap/GYxaJ10K3TN1k1bJ4OHoyfmspKPMG0mcpLXd6QJhIoobKQE6IazrE1FBvNlKwl6rFL861vkZZUzi4b96Yo9tQV5JJGZyF8QCgqi2vA0M9MgWrnZEbiIaILGvm+OzX2L8GWD9mnF6vQvr1pmN3XdhLObm8G9obtGV9MMookv9zLmc7NLcB1+/WiCb8gBelLEIqnbuzHKonS4Ff4TTCcmRKyJdH3CvOhhCTDg+uXT4d5/NaBSQSi5/NUsCBI4hhFpLgX/WRx2bhjIWVXmFf4I86XWVUQhajegn3OqriaOS9ZC7knVZxEksVSeYlSbhAv34rPzOiQGGxlapHzSa9EhP1pzbAR7rq5okr+qZCMmOXydDJBzx8nD9/TVHclcw3sOa2fm4jshM194c4Pd3LE+ClmRPXq1LYvDYwZQu+gfG66VZrtQKQaM+XUqx2tNcCmWMwslmOLv/etLnSxczQJvnp9cpmzy1nj85YE9x5ZKzBLOv6+xBpZQ1iudNkh+2uGuWIjnDZG1DV8sZJppI3HTUndWDl8DG6lyrhaviwN3AVu6JvhCMjzs2/vdE6QeM95j2m5qRDrOSd6cNmof6/JyLYGn0NW1SoC9n6RT9ZSUOcjepm9altw7KPM6HC589sLNEsbTLS2U+Is9UB4oR8oRgdRFz3h/uhhmc61KVNpQoo4ijCWoUyW6irxukzM9WNtKvUwoGNtGGEsBOccWPiMPdyC/ECrjZoXCD1C05pEaLqrljTiYeIqHkWRDEIZBMJjBKvDenBNzZTClcuZvF/OJLVhZrhqRTs05WO717HbyEUtUa8tWbXOT3MrWV5lWS14MS1n9wn1l2dWkWmJD69XHCJk0GS7ghIac0YtNI3tvFHNNDZhMxfXm336Qplv+ZtJoR0v6CmnBq45tLqjNQSShShcX3AQIgmZYFtyhKmoLuf4uVlzOzNhTf3Y3LQ5aiOnawG2Jonu9Q0baSNnvP7UBP/JUnz19GmznUWchzwJOBcJMNfzE089Y7bf5dBq1xXbkOO/drvXkQrLYqtNADeMGESYenEIwP0oEsny7W5dff9CiO39Uv/B9FMvzMCqZ7oje4IZraNjP46Y73KBEgBCHyNvC0if4tyh02h7CHytxM83pTt5uZB4kfLCgEVEfuS5MW4T+f8X5mdoBy8QISTIPFRxEipwMd4C2i8rm6N6/aVmniEt8aknUVCVV3GgfMZC12XLfyvcOPF7V4PuhmmHhqawXyv9i80Zt63H/AbCVGUxAonHkOOcRoKoh1yhWtJM1P8C4jRrEC+6u2BeQb7D9h8RKwWVvSIAAA==&quot;"/>
    <we:property name="bookmark" value="&quot;H4sIAAAAAAAAA+1Y227cNhD9lYWAIi2wKMSbLnlzbAcokBucIH0ojICX0VqJVlxQlOON4X/vUJQTX7bZdJNsFLT7YoukhmdmzhkNeZmYuls1cv1MLiF5mDyy9t1SunczksyTNo5JrcuMpXlZmrzkLCuE1jhrV762bZc8vEy8dAvwr+uul00whIN/nc4T2TQv5CI8VbLpYJ6swHW2lU39AeJinPKuh6t5AherxjoZTL700kMwe47L8RkhkN8Z7ii1r8/hJWgfRzOa86yiSpRZmYNQQqoUl3VxwYBs45Jgetj+0LZe1i1uE8aYFPirSsg1AGGQEZOF8a5uF80I+NO7r9arEJzuTOJfjIZ6i9sGO1dX6A7PBZE6p0WuU0MFLQjAVlsrDNYzeV4vpLfuvs1CVoozZbQyslCZ0JRvx1cv0eh9W1QapSloogSnGWQcMrWrr9qIQpMqExS4IESqDPmxzZaHC6/sxX1rmSKC51xKZQRniLDM8/B2VTd+TJRaH1+sHHIMmRetHSJjFtbVGncauOSgi9S5TA5t0y+H/45vjb+0vdNwAtUw1frar9GS7jtvl2GjAOaFs8jZOBHmw9iZfX/oADc0ycP0Cmmu1tEnhDMqpipIpqghRVFokWkhchaIOYI9vtBNb0Igo09h/9fXVKfz5LGzy8HaqMkgtg345kncdsDw5xm4CAE5bWo/+vjM+vuO/3EnGN343heEKT4MmDaHB6G8lk0/VAA0+qRG/2L2h2Fc2PZNExaeXoXf6Z2A8mHk8yxsag235ZFgQBaDvoz0cnBnFaHVEOetGaZh4M1GXA+O8A1j37cPkhHZ1XXFQTff3qgpHx381tw6jaWDGMolYxkLxYMrxvNsjwLABV72Trb+Psy+xszAm2HPaUph/nGpu7n0plM76+Z5pA5UflIqmicn9eLsm2FyW7L+bxX+H9P4l8snql1xit9ySpUsUSYKmCRqj2q3zmyoRy/A1dZMVOL/f+1+DiVsoVakP5FEM0I1k0bTIk1VSWAr/Q/MuWw1BvAu95+C7HoHX4fwlfWymT3/NHdHAtsypqUzt9vaedzp0Xpw4qh21ycYpP/xd3cg5rbMKkarjKeU8lSABp5OI9AncA5tv7Gf+Eki/cmDGGpaMZLjQbKgiqgiT1Mhir2F2kCDGnbrN4ixsm4ZjN6FfXC+mB2N62av6iXMfl3WbffbxHPwla7F5BQqB0IJNyCLIi+LAs+Xe0tOuN9oF/dodIBo8ZQ+OxmmJ56FL/UhhltQk7IiSxWjGWEMRJHz6bY385+m8g1RODyTzk+sAP5DFzGmdP29+ggQvGCE8JKWIPK8VIb/+Db6qW392eyJDF3vjybb7v1Mg2eWqTDtRlOzL6LdTuJ4RcNUoTXHlOVUSCWBxBvPid5RToRpU6mu+8IxIpg9sd1OwvNSNXC84Yqc6SwXilVKpTnhmQi3Bj+4lz8CHerE7JeJdy/b0Y99i9KCmQJjy5VO0yLV1OxR4Z+7RdpZ4weLhYOFvL4t2QXH4769TsQueW6wcIEDc/j17cu3duZ7fFC2Z3G8Ir2j8L8Bz1XT75UdAAA=&quot;"/>
    <we:property name="datasetId" value="&quot;a316b8f8-29ca-458e-ae09-7d23f8ac5812&quot;"/>
    <we:property name="embedUrl" value="&quot;/reportEmbed?reportId=0afea1b8-fcdc-4db3-a7d1-0dbfec05ba5f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Nishit Kumar</cp:lastModifiedBy>
  <cp:revision>3</cp:revision>
  <dcterms:created xsi:type="dcterms:W3CDTF">2018-06-07T21:39:02Z</dcterms:created>
  <dcterms:modified xsi:type="dcterms:W3CDTF">2025-11-18T18:50:40Z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